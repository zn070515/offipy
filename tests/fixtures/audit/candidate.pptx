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4572000"/>
            <a:ext cx="1828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27432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