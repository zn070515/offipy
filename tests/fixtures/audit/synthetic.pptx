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412480" y="2743200"/>
            <a:ext cx="182880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326880" y="457200"/>
            <a:ext cx="731520" cy="4572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869680" y="4572000"/>
            <a:ext cx="18288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914400"/>
            <a:ext cx="1828800" cy="18288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371600" y="1371600"/>
            <a:ext cx="1828800" cy="18288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0" y="914400"/>
            <a:ext cx="2743200" cy="18288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0" y="109728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被覆盖的文本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27432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WWWWWWWWWWWWWWWWWWWW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4114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line1</a:t>
            </a:r>
          </a:p>
          <a:p>
            <a:r>
              <a:t>line2</a:t>
            </a:r>
          </a:p>
          <a:p>
            <a:r>
              <a:t>line3</a:t>
            </a:r>
          </a:p>
          <a:p>
            <a:r>
              <a:t>line4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644652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4572000"/>
            <a:ext cx="1371600" cy="365760"/>
          </a:xfrm>
          <a:prstGeom prst="rect">
            <a:avLst/>
          </a:prstGeom>
          <a:noFill/>
        </p:spPr>
        <p:txBody>
          <a:bodyPr wrap="none">
            <a:normAutofit fontScale="40000"/>
          </a:bodyPr>
          <a:lstStyle/>
          <a:p>
            <a:r>
              <a:rPr sz="1800"/>
              <a:t>缩小的文本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" y="50292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扩张的文本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