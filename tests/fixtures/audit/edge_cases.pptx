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2743200" cy="1828800"/>
            <a:chOff x="0" y="0"/>
            <a:chExt cx="1371600" cy="914400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685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gs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685800" y="457200"/>
              <a:ext cx="685800" cy="457200"/>
              <a:chOff x="0" y="0"/>
              <a:chExt cx="457200" cy="457200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deep</a:t>
                </a:r>
              </a:p>
            </p:txBody>
          </p:sp>
        </p:grpSp>
      </p:grpSp>
      <p:sp>
        <p:nvSpPr>
          <p:cNvPr id="6" name="Rectangle 5"/>
          <p:cNvSpPr/>
          <p:nvPr/>
        </p:nvSpPr>
        <p:spPr>
          <a:xfrm rot="2700000">
            <a:off x="4572000" y="457200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 flipH="1">
            <a:off x="6400800" y="1828800"/>
            <a:ext cx="914400" cy="914400"/>
            <a:chOff x="0" y="0"/>
            <a:chExt cx="914400" cy="914400"/>
          </a:xfrm>
        </p:grpSpPr>
        <p:sp>
          <p:nvSpPr>
            <p:cNvPr id="8" name="TextBox 7"/>
            <p:cNvSpPr txBox="1"/>
            <p:nvPr/>
          </p:nvSpPr>
          <p:spPr>
            <a:xfrm>
              <a:off x="0" y="0"/>
              <a:ext cx="457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fl</a:t>
              </a:r>
            </a:p>
          </p:txBody>
        </p:sp>
      </p:grpSp>
      <p:sp>
        <p:nvSpPr>
          <p:cNvPr id="9" name="Rectangle 8"/>
          <p:cNvSpPr/>
          <p:nvPr/>
        </p:nvSpPr>
        <p:spPr>
          <a:xfrm flipV="1">
            <a:off x="457200" y="292608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 hidden="1"/>
          <p:cNvSpPr/>
          <p:nvPr/>
        </p:nvSpPr>
        <p:spPr>
          <a:xfrm>
            <a:off x="7315200" y="54864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28800" y="5486400"/>
            <a:ext cx="18288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0" y="4572000"/>
          <a:ext cx="1371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</a:tblGrid>
              <a:tr h="36576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