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演讲者备注：本页为公司级发布计划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产品发布计划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r>
              <a:t>第一季度</a:t>
            </a:r>
          </a:p>
          <a:p>
            <a:r>
              <a:t>第二季度</a:t>
            </a:r>
          </a:p>
          <a:p>
            <a:r>
              <a:t>第三季度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Title"/>
          <p:cNvSpPr txBox="1"/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纯文本框标题</a:t>
            </a:r>
          </a:p>
        </p:txBody>
      </p:sp>
      <p:sp>
        <p:nvSpPr>
          <p:cNvPr id="3" name="TextBoxBody"/>
          <p:cNvSpPr txBox="1"/>
          <p:nvPr/>
        </p:nvSpPr>
        <p:spPr>
          <a:xfrm>
            <a:off x="457200" y="137160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纯文本框正文第一行</a:t>
            </a:r>
          </a:p>
          <a:p>
            <a:r>
              <a:t>纯文本框正文第二行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00" name="GroupOuter"/>
          <p:cNvGrpSpPr/>
          <p:nvPr/>
        </p:nvGrpSpPr>
        <p:grpSpPr>
          <a:xfrm>
            <a:off x="914400" y="914400"/>
            <a:ext cx="5486400" cy="2743200"/>
            <a:chOff x="0" y="0"/>
            <a:chExt cx="5486400" cy="2743200"/>
          </a:xfrm>
        </p:grpSpPr>
        <p:grpSp>
          <p:nvGrpSpPr>
            <p:cNvPr id="301" name="GroupInner"/>
            <p:cNvGrpSpPr/>
            <p:nvPr/>
          </p:nvGrpSpPr>
          <p:grpSpPr>
            <a:xfrm>
              <a:off x="457200" y="457200"/>
              <a:ext cx="4572000" cy="1828800"/>
              <a:chOff x="0" y="0"/>
              <a:chExt cx="4572000" cy="1828800"/>
            </a:xfrm>
          </p:grpSpPr>
          <p:sp>
            <p:nvSpPr>
              <p:cNvPr id="302" name="NestedTitle"/>
              <p:cNvSpPr txBox="1"/>
            </p:nvSpPr>
            <p:spPr>
              <a:xfrm>
                <a:off x="914400" y="914400"/>
                <a:ext cx="3657600" cy="45720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嵌套组内标题</a:t>
                </a:r>
              </a:p>
            </p:txBody>
          </p:sp>
          <p:sp>
            <p:nvSpPr>
              <p:cNvPr id="303" name="NestedBody"/>
              <p:cNvSpPr txBox="1"/>
            </p:nvSpPr>
            <p:spPr>
              <a:xfrm>
                <a:off x="914400" y="1645920"/>
                <a:ext cx="3657600" cy="54864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嵌套组内正文</a:t>
                </a:r>
              </a:p>
            </p:txBody>
          </p:sp>
        </p:grpSp>
        <p:sp>
          <p:nvSpPr>
            <p:cNvPr id="304" name="OuterText"/>
            <p:cNvSpPr txBox="1"/>
          </p:nvSpPr>
          <p:spPr>
            <a:xfrm>
              <a:off x="274320" y="2377440"/>
              <a:ext cx="3657600" cy="457200"/>
            </a:xfrm>
            <a:prstGeom prst="rect">
              <a:avLst/>
            </a:prstGeom>
          </p:spPr>
          <p:txBody>
            <a:bodyPr/>
            <a:lstStyle/>
            <a:p>
              <a:r>
                <a:t>外层组内文本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Text"/>
          <p:cNvSpPr txBox="1"/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季度财报</a:t>
            </a:r>
          </a:p>
        </p:txBody>
      </p:sp>
      <p:sp>
        <p:nvSpPr>
          <p:cNvPr id="3" name="TextBoxPageNum"/>
          <p:cNvSpPr txBox="1"/>
          <p:nvPr/>
        </p:nvSpPr>
        <p:spPr>
          <a:xfrm>
            <a:off x="7772400" y="6309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</a:t>
            </a:r>
          </a:p>
        </p:txBody>
      </p:sp>
      <p:sp>
        <p:nvSpPr>
          <p:cNvPr id="400" name="Footer 1"/>
          <p:cNvSpPr txBox="1"/>
          <p:nvPr>
            <p:ph type="ftr" idx="10"/>
          </p:nvPr>
        </p:nvSpPr>
        <p:spPr>
          <a:xfrm>
            <a:off x="914400" y="6400800"/>
            <a:ext cx="1371600" cy="274320"/>
          </a:xfrm>
          <a:prstGeom prst="rect">
            <a:avLst/>
          </a:prstGeom>
        </p:spPr>
        <p:txBody>
          <a:bodyPr/>
          <a:lstStyle/>
          <a:p>
            <a:r>
              <a:t>机密</a:t>
            </a:r>
          </a:p>
        </p:txBody>
      </p:sp>
      <p:sp>
        <p:nvSpPr>
          <p:cNvPr id="401" name="Date 1"/>
          <p:cNvSpPr txBox="1"/>
          <p:nvPr>
            <p:ph type="dt" idx="10"/>
          </p:nvPr>
        </p:nvSpPr>
        <p:spPr>
          <a:xfrm>
            <a:off x="6400800" y="6400800"/>
            <a:ext cx="1371600" cy="274320"/>
          </a:xfrm>
          <a:prstGeom prst="rect">
            <a:avLst/>
          </a:prstGeom>
        </p:spPr>
        <p:txBody>
          <a:bodyPr/>
          <a:lstStyle/>
          <a:p>
            <a:r>
              <a:t>2026-08-05</a:t>
            </a:r>
          </a:p>
        </p:txBody>
      </p:sp>
      <p:sp>
        <p:nvSpPr>
          <p:cNvPr id="402" name="SlideNumberPlaceholder 1"/>
          <p:cNvSpPr txBox="1"/>
          <p:nvPr>
            <p:ph type="sldNum" idx="10"/>
          </p:nvPr>
        </p:nvSpPr>
        <p:spPr>
          <a:xfrm>
            <a:off x="8229600" y="6400800"/>
            <a:ext cx="1371600" cy="274320"/>
          </a:xfrm>
          <a:prstGeom prst="rect">
            <a:avLst/>
          </a:prstGeom>
        </p:spPr>
        <p:txBody>
          <a:bodyPr/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  <p:sp>
        <p:nvSpPr>
          <p:cNvPr id="3" name="PictureCaption"/>
          <p:cNvSpPr txBox="1"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图片说明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